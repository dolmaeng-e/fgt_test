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06DFB-5DBC-FA3A-90F2-DC80BB811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C631E0-F569-01DC-E39C-23D70CCF2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559056-4EA5-2BAC-9487-DF321B18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978F2A-B127-781B-0CEA-ADA9707D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C8606F-3FEB-E63B-558F-E290A0BE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70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99134-9869-BA31-F0AB-8F0D98F2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7AC034-9622-3301-EDD2-E6BDBC094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6FA81B-069B-1860-65D1-19C4512E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8328B8-C5C0-8A2B-D237-4A3D79E8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22B719-AF8B-2AF8-1970-8751CFBD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57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D4010-A840-DBE3-E671-08AA02CD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ACA34B-41BA-A50D-C585-9480AA83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BBBEB1-90EF-0AE0-EC65-D7E911C7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A322AE-892A-39BF-60D0-3829F9EA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890991-DA56-A533-1F2E-E9C0EAE7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552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2FBCB-2366-C7D1-0B69-901BFC76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5EE317-53DE-6B29-8443-7893C0ADE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81BDA1-27C4-007A-9DED-EFA504986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91D8F1-1FB9-6B0C-23FC-E3206057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7CD288-0C9D-8987-5C2B-4FCA0F9A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B2EDB9-0929-6CE5-411B-C04E04F6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805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C58703-C96D-0A1A-FED8-93701EEF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08D73C-706B-2F03-A69B-4B2195F5E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BE628E-798D-EDC8-8855-E2B662785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924C01-958C-BEA3-6EC8-0074E3B79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14980C-09E8-2CA0-508F-1A4535A4E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0E3928-D345-D61D-1D90-167ACEA9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1263EA-4FCF-7870-E496-FF98A55B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4C7802-2D5F-9FFB-AFE9-7E22E890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69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33758-DC81-6E1A-3684-D5EB4C797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6EE165-60AE-5A59-1C11-997B4605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C09EBF-2127-9C6E-9442-B6818D74D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CA49AF-E6BC-2E49-0CCA-9529F028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23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B2367A-5EB6-67BE-4D1D-4CBD4D595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2C7C8F-7CD8-8218-E1C8-2F378768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701F1-DA18-A12C-FDF0-4D8163A6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580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217AC-E41F-718C-14E6-70BA4C1A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9170EE-4C8D-7057-CBFC-06E74D178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50B5AD-E773-9DEB-29FF-6EF79296D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181E0D-3EB9-1831-CF71-5AF7C329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E6F375-8A35-C4E8-E98D-A47C5054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44C755-3886-5A94-BF55-F49125F5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30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582FC-682A-31CA-110E-CE95447D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A9B015-0368-D987-CB9F-4799D173E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54DD14-C74E-FBCD-7059-93211D8BC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1AD93A-DF15-53B9-14AE-9935C86D6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A1D248-751E-994A-49E0-8BC6E4AC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53A10C-D755-44A6-B67A-E7B6B159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58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FB4FD-441E-F0AF-4D50-A40AF44A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2CFD72-941D-1607-5BAE-6F8B77861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B30A2D-D9D1-6821-F9AE-A472165D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742CDC-1ED2-2B99-E0B6-8C0CD7E6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2D903E-5136-3D29-579B-DD33A362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10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E46C34-1C96-636E-EF9E-4982F84E9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7D1D3A-2699-C4C1-4AA6-AE70E11CA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6DD071-5F60-22E8-0F28-CC4E3FCD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DC8147-A325-5D11-1CAE-CADDA07B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B1063-1E6E-DDFB-59A2-E0BE97F2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32939B-03D3-40D6-7F12-AB11F7FD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E58488-55FF-57A2-44B9-451139AA5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D49F03-0039-4F1A-F8D8-712EC69BA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375AB-B207-47AE-BB60-E331CF73945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D5F7C9-AB64-676E-EC5B-B7FBA64A9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FEA4B3-C417-A1C8-6D50-36CDA2B6F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F868A-0230-4F49-90A8-42581F3C2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08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icar.org/download/eicar-com-txt/?tmstv=1786607377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D16F6-BB4E-C3DA-8886-95999090CA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000">
                <a:hlinkClick r:id="rId2"/>
              </a:rPr>
              <a:t>https://www.eicar.org/download/eicar-com-txt/?tmstv=1786607377</a:t>
            </a:r>
            <a:br>
              <a:rPr lang="en-US" altLang="ko-KR" sz="2000"/>
            </a:br>
            <a:endParaRPr lang="ko-KR" altLang="en-US" sz="20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7E6E41-E908-D3D5-E856-17116E4E77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486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https://www.eicar.org/download/eicar-com-txt/?tmstv=1786607377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맹 진형</dc:creator>
  <cp:lastModifiedBy>맹 진형</cp:lastModifiedBy>
  <cp:revision>1</cp:revision>
  <dcterms:created xsi:type="dcterms:W3CDTF">2026-08-13T07:58:58Z</dcterms:created>
  <dcterms:modified xsi:type="dcterms:W3CDTF">2026-08-13T07:59:08Z</dcterms:modified>
</cp:coreProperties>
</file>